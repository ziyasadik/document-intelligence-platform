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1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8778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250" b="1" i="0">
                <a:solidFill>
                  <a:srgbClr val="7E9CF0"/>
                </a:solidFill>
                <a:latin typeface="Calibri"/>
              </a:rPr>
              <a:t>AI ENGINEER INTERNSHIP  ·  TECHNICAL CASE STUDY</a:t>
            </a:r>
          </a:p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Document Intelligence Platform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9B4C6"/>
                </a:solidFill>
                <a:latin typeface="Calibri"/>
              </a:rPr>
              <a:t>Intelligent extraction, financial validation and API delivery for invoices and financial statements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920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9B4C6"/>
                </a:solidFill>
                <a:latin typeface="Calibri"/>
              </a:rPr>
              <a:t>document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48920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126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9B4C6"/>
                </a:solidFill>
                <a:latin typeface="Calibri"/>
              </a:rPr>
              <a:t>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48920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37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9B4C6"/>
                </a:solidFill>
                <a:latin typeface="Calibri"/>
              </a:rPr>
              <a:t>checks, 0 failures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8920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9B4C6"/>
                </a:solidFill>
                <a:latin typeface="Calibri"/>
              </a:rPr>
              <a:t>deployed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The brief, and what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One deployed service that turns a document into structured, reconciled, retrievable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5394960" cy="4297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100" b="1" i="0">
                <a:solidFill>
                  <a:srgbClr val="626B7A"/>
                </a:solidFill>
                <a:latin typeface="Calibri"/>
              </a:rPr>
              <a:t>WHAT WAS ASKED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Accept PDF / JPG / PNG, up to 3 pages, and reject anything else gracefully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Extract every visible field and table value — not a short fixed list — with evidence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Validate the financial relationships for each document type, per comparative period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Store results and serve them through REST APIs and a dashboard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Deploy it: a localhost-only submission is incomplete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5120640" cy="429768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965960"/>
            <a:ext cx="44805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WHAT WAS DELIVERED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FastAPI service with four documented endpoints and Swagger UI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Text-layer-or-rasterise reader, then Claude vision with a schema-constrained response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Deterministic reconciliation engine — no model in the arithmetic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PostgreSQL-backed dashboard with raw-JSON view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Docker image and Render blueprint; no system packages required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626B7A"/>
                </a:solidFill>
                <a:latin typeface="Calibri"/>
              </a:rPr>
              <a:t>Frontend and API are one process: one URL, one origin, no CORS.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The finding that shaped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Investigating the corpus before writing code changed the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657600" cy="2834640"/>
          </a:xfrm>
          <a:prstGeom prst="roundRect">
            <a:avLst>
              <a:gd name="adj" fmla="val 3500"/>
            </a:avLst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Cambria"/>
              </a:rPr>
              <a:t>29 / 30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A9B4C6"/>
                </a:solidFill>
                <a:latin typeface="Calibri"/>
              </a:rPr>
              <a:t>statement PDFs have no text layer and no embedded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737360"/>
            <a:ext cx="6858000" cy="2834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011680"/>
            <a:ext cx="6217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B2029"/>
                </a:solidFill>
                <a:latin typeface="Calibri"/>
              </a:rPr>
              <a:t>Their text is painted as vector path outlines.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626B7A"/>
                </a:solidFill>
                <a:latin typeface="Calibri"/>
              </a:rPr>
              <a:t>Empty resource dictionary, no /Font, no /XObject — roughly a megabyte of path-fill operators per page. pdfplumber and pypdf both return zero characters, on pages that look perfectly normal on screen.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A5A00"/>
                </a:solidFill>
                <a:latin typeface="Calibri"/>
              </a:rPr>
              <a:t>A text-layer-only solution extracts nothing from 29 of the 30 files.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98348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Rasterisation is the primary path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not a fallback bolted on for scanned documents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498348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pypdfium2, not poppler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a self-contained wheel, so the container needs no system packages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4754880"/>
            <a:ext cx="3456432" cy="137160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498348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Vision model over classical OCR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row-to-column association in dense comparative tables is exactly where Tesseract-class OCR fails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Clear separation of concerns: each stage is one service with one job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276814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78040" y="16916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892808"/>
            <a:ext cx="37490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One process, two surfaces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The dashboard and the API are served by the same application, so there is one deploy, one URL and no CORS.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32918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3493008"/>
            <a:ext cx="37490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Each stage is swappable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The reader, the extractor and the reconciler share no state; each is constructor-injected and separately testable.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4892040"/>
            <a:ext cx="4297680" cy="14173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5093207"/>
            <a:ext cx="37490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4FD8"/>
                </a:solidFill>
                <a:latin typeface="Calibri"/>
              </a:rPr>
              <a:t>One external call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Only the extraction stage leaves the process. Everything else — validation, arithmetic, scoring — is local and deterministic.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The pipeline, in five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DocumentService owns the ordering and the failure handling; nothing else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1832" y="2029968"/>
            <a:ext cx="384048" cy="384048"/>
          </a:xfrm>
          <a:prstGeom prst="ellipse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4FD8"/>
                </a:solidFill>
                <a:latin typeface="Cambria"/>
              </a:rPr>
              <a:t>Validate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document_validation_service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Type from magic bytes, never the extension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Empty, oversize, corrupted, &gt; 3 pages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Typed error → 400 / 413 / 422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7832" y="2029968"/>
            <a:ext cx="384048" cy="384048"/>
          </a:xfrm>
          <a:prstGeom prst="ellipse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4FD8"/>
                </a:solidFill>
                <a:latin typeface="Cambria"/>
              </a:rPr>
              <a:t>Read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ocr_service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Native text layer when the page has one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Otherwise rasterise at 200 DPI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EXIF rotation, downscale, JPEG encode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13832" y="2029968"/>
            <a:ext cx="384048" cy="384048"/>
          </a:xfrm>
          <a:prstGeom prst="ellipse">
            <a:avLst/>
          </a:prstGeom>
          <a:solidFill>
            <a:srgbClr val="1F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3832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4FD8"/>
                </a:solidFill>
                <a:latin typeface="Cambria"/>
              </a:rPr>
              <a:t>Extract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extraction_service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One streamed Claude call, all pages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JSON schema from Pydantic models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Retry feeds the validator error 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99831" y="2029968"/>
            <a:ext cx="384048" cy="384048"/>
          </a:xfrm>
          <a:prstGeom prst="ellipse">
            <a:avLst/>
          </a:prstGeom>
          <a:solidFill>
            <a:srgbClr val="176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9831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7693A"/>
                </a:solidFill>
                <a:latin typeface="Cambria"/>
              </a:rPr>
              <a:t>Reconcile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financial_validation_service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Pure Python — no model involved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Per document type, per period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Missing operand → NOT_APPLICABLE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1783080"/>
            <a:ext cx="2121408" cy="3246120"/>
          </a:xfrm>
          <a:prstGeom prst="roundRect">
            <a:avLst>
              <a:gd name="adj" fmla="val 3500"/>
            </a:avLst>
          </a:prstGeom>
          <a:solidFill>
            <a:srgbClr val="FFF6E2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85832" y="2029968"/>
            <a:ext cx="384048" cy="384048"/>
          </a:xfrm>
          <a:prstGeom prst="ellipse">
            <a:avLst/>
          </a:prstGeom>
          <a:solidFill>
            <a:srgbClr val="8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5832" y="2606040"/>
            <a:ext cx="160934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8A5A00"/>
                </a:solidFill>
                <a:latin typeface="Cambria"/>
              </a:rPr>
              <a:t>Score</a:t>
            </a:r>
          </a:p>
          <a:p>
            <a:pPr algn="l">
              <a:spcAft>
                <a:spcPts val="1400"/>
              </a:spcAft>
            </a:pPr>
            <a:r>
              <a:rPr sz="700" b="0" i="0">
                <a:solidFill>
                  <a:srgbClr val="626B7A"/>
                </a:solidFill>
                <a:latin typeface="Consolas"/>
              </a:rPr>
              <a:t>confidence_service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Computed after the fact, not asked for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Evidence corroboration is the key signal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1B2029"/>
                </a:solidFill>
                <a:latin typeface="Calibri"/>
              </a:rPr>
              <a:t>•  Absent value scores null, not zero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626B7A"/>
                </a:solidFill>
                <a:latin typeface="Calibri"/>
              </a:rPr>
              <a:t>A rejected upload is still stored with processing_status FAILED, so the dashboard shows what was attempted rather than dropping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Extraction: the model transcribes, the code interprets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The single most important design decision in the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5257800" cy="306324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617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THE MODEL RETURNS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Every figure as a string, exactly as printed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"(1,234.56)"   "1,23,456.78"   "–"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The caption, section and page for each row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The line of text each value came from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null for anything it cannot read — never a guess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57800" cy="306324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011680"/>
            <a:ext cx="4617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 i="0">
                <a:solidFill>
                  <a:srgbClr val="17693A"/>
                </a:solidFill>
                <a:latin typeface="Calibri"/>
              </a:rPr>
              <a:t>THE APPLICATION DECIDES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Parentheses mean negative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Indian and Western digit grouping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Currency symbols, Unicode and trailing minus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Dash / Nil / N-A mean no value, not zero</a:t>
            </a:r>
          </a:p>
          <a:p>
            <a:pPr algn="l">
              <a:spcAft>
                <a:spcPts val="700"/>
              </a:spcAft>
            </a:pPr>
            <a:r>
              <a:rPr sz="1250" b="0" i="0">
                <a:solidFill>
                  <a:srgbClr val="1B2029"/>
                </a:solidFill>
                <a:latin typeface="Calibri"/>
              </a:rPr>
              <a:t>•  Every reconciliation, to the last decimal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029200"/>
            <a:ext cx="10789920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230368"/>
            <a:ext cx="10149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B2029"/>
                </a:solidFill>
                <a:latin typeface="Calibri"/>
              </a:rPr>
              <a:t>Why split it this way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26B7A"/>
                </a:solidFill>
                <a:latin typeface="Calibri"/>
              </a:rPr>
              <a:t>Numeric interpretation stays deterministic and unit-tested instead of depending on the model doing arithmetic; the as-printed form is preserved for audit; and the confidence model can verify that a figure really appears in the evidence text the model quoted.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Financial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Deterministic, per comparative period, and never inventing an operand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38528"/>
            <a:ext cx="4709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F4FD8"/>
                </a:solidFill>
                <a:latin typeface="Calibri"/>
              </a:rPr>
              <a:t>Invoice / receipt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quantity × unit_price = line amount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Σ line amounts = subtotal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subtotal + tax − discount = total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cash_paid − total =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38528"/>
            <a:ext cx="4709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F4FD8"/>
                </a:solidFill>
                <a:latin typeface="Calibri"/>
              </a:rPr>
              <a:t>Balance sheet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total capital and liabilities = total assets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each section's components sum to that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section's own reported total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— derived from the document's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611879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813048"/>
            <a:ext cx="4709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7693A"/>
                </a:solidFill>
                <a:latin typeface="Calibri"/>
              </a:rPr>
              <a:t>Profit and loss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interest earned + other income = total income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interest expended + opex + provisions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     = total expenditure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income − expenditure = profit before MI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PBMI − minority interest = attributable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611879"/>
            <a:ext cx="5257800" cy="169164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813048"/>
            <a:ext cx="4709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7693A"/>
                </a:solidFill>
                <a:latin typeface="Calibri"/>
              </a:rPr>
              <a:t>Cash flow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operating + investing + financing + FX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     = net increase in cash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opening + net increase + cash acquired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B2029"/>
                </a:solidFill>
                <a:latin typeface="Consolas"/>
              </a:rPr>
              <a:t>     = closing cash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532120"/>
            <a:ext cx="10789920" cy="868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69280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Tolerance   |calc − reported|  ≤  0.1  +  1e-5 × magnitude   — a combined allowance, both terms configurable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An OR of absolute-or-relative is too loose at both ends: a 0.5% relative limit passes a 20,000-crore discrepancy, while an absolute limit sized for a statement is 11% of a 9.00 till receipt. A missing operand returns NOT_APPLICABLE and never fails the document.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Confidence that means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Optional in the brief — implemented, but never asked of the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766560" cy="3291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26B7A"/>
                </a:solidFill>
                <a:latin typeface="Calibri"/>
              </a:rPr>
              <a:t>SIGNAL                                              WEIGHT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9572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Source path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A PDF text layer is exact; a rendered page was read visually.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957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4FD8"/>
                </a:solidFill>
                <a:latin typeface="Consolas"/>
              </a:rPr>
              <a:t>base 0.75 / 0.60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54096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Evidence corroboration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The number is actually present in the quoted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0540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4FD8"/>
                </a:solidFill>
                <a:latin typeface="Consolas"/>
              </a:rPr>
              <a:t>+0.20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12464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Evidence completeness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A page number and a verbatim quote were both returned.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7124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4FD8"/>
                </a:solidFill>
                <a:latin typeface="Consolas"/>
              </a:rPr>
              <a:t>+0.05 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7083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Validation agreement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A figure inside a failing reconciliation is suspect.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437083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4FD8"/>
                </a:solidFill>
                <a:latin typeface="Consolas"/>
              </a:rPr>
              <a:t>+0.10 / −0.30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1783080"/>
            <a:ext cx="3749039" cy="3291840"/>
          </a:xfrm>
          <a:prstGeom prst="roundRect">
            <a:avLst>
              <a:gd name="adj" fmla="val 3500"/>
            </a:avLst>
          </a:prstGeom>
          <a:solidFill>
            <a:srgbClr val="FFF6E2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205740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8A5A00"/>
                </a:solidFill>
                <a:latin typeface="Cambria"/>
              </a:rPr>
              <a:t>Why not ask the model?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A self-reported score is not evidence. It correlates with fluency, not with correctness, and it cannot be checked.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Every signal here is independently verifiable from the response itself — which is what makes the number explainable.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257800"/>
            <a:ext cx="10789920" cy="8686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413248"/>
            <a:ext cx="10149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029"/>
                </a:solidFill>
                <a:latin typeface="Calibri"/>
              </a:rPr>
              <a:t>A field the document does not report scores null, not zero.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There is nothing to be confident about, and zero would read as “certainly wrong”. Values below 0.70 are highlighted in the dashboard.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API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Swagger generated from the same Pydantic models the endpoints return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766560" cy="228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POST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116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029"/>
                </a:solidFill>
                <a:latin typeface="Consolas"/>
              </a:rPr>
              <a:t>/api/v1/documents/process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21284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multipart upload; file + document_type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146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029"/>
                </a:solidFill>
                <a:latin typeface="Consolas"/>
              </a:rPr>
              <a:t>/api/v1/documents/{document_name}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1576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latest stored result, case-insensitive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17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01752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029"/>
                </a:solidFill>
                <a:latin typeface="Consolas"/>
              </a:rPr>
              <a:t>/api/v1/documents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6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dashboard list; filter, search, paginate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520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5204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2029"/>
                </a:solidFill>
                <a:latin typeface="Consolas"/>
              </a:rPr>
              <a:t>/api/v1/health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721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626B7A"/>
                </a:solidFill>
                <a:latin typeface="Calibri"/>
              </a:rPr>
              <a:t>status, database, extraction_configured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783080"/>
            <a:ext cx="3749039" cy="2286000"/>
          </a:xfrm>
          <a:prstGeom prst="roundRect">
            <a:avLst>
              <a:gd name="adj" fmla="val 3500"/>
            </a:avLst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011680"/>
            <a:ext cx="3108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One error envelope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A9B4C6"/>
                </a:solidFill>
                <a:latin typeface="Consolas"/>
              </a:rPr>
              <a:t>{ "error": {
    "code": "...",
    "message": "...",
    "request_id": "..." } }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9B4C6"/>
                </a:solidFill>
                <a:latin typeface="Calibri"/>
              </a:rPr>
              <a:t>14 typed codes. Stack traces and provider messages go to the log, never the body — asserted by a test.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51960"/>
            <a:ext cx="10789920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48056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626B7A"/>
                </a:solidFill>
                <a:latin typeface="Calibri"/>
              </a:rPr>
              <a:t>THE STORED RESPONSE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extracted_data — every field with its parsed value, as-printed form, page number and evidence quote; line items; per-period key figures; an explicit missing_fields list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validation — per check: formula, operands, calculated, reported, variance, PASS / FAIL / NOT_APPLICABLE, and the tolerance applied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processing_metadata — ocr_used, extraction method, model, pages, timestamp, elapsed milliseconds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626B7A"/>
                </a:solidFill>
                <a:latin typeface="Calibri"/>
              </a:rPr>
              <a:t>The full response is persisted verbatim, so GET replays exactly what POST returned.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HTML, hand-written CSS and vanilla JS, calling the same public API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6309360" cy="3701491"/>
          </a:xfrm>
          <a:prstGeom prst="rect">
            <a:avLst/>
          </a:prstGeom>
        </p:spPr>
      </p:pic>
      <p:pic>
        <p:nvPicPr>
          <p:cNvPr id="6" name="Picture 5" descr="documen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783080"/>
            <a:ext cx="4323521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978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Upload, then every processed document with status, validation outcome and confidence.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589788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Per document: extracted fields, per-period tables, every check with its arithmetic, and the raw JSON.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Engineering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The parts that do not show up in a screenshot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020824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3911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9631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126 tests, zero network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The Anthropic client is stubbed throughout, so the suite runs the same in CI and with no API key.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45152" y="2020824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03911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Logging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49631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Structured, correlated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Single-line JSON with an x-request-id on every record, returned in the response header and in error bodies.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78308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0184" y="2020824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9096" y="203911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Error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4" y="249631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One envelope, 14 codes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Typed exceptions map to HTTP status; a test asserts no internal detail reaches the client.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69663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1879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4515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Bytes over claims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File type from magic bytes, filename sanitised against traversal, size ceiling before read, container runs unprivileged.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45152" y="4169663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41879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Configuration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464515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Environment only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No secret has a default and none is committed; .env.example lists names, never values.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5864" y="3931920"/>
            <a:ext cx="3456432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0184" y="4169663"/>
            <a:ext cx="310896" cy="310896"/>
          </a:xfrm>
          <a:prstGeom prst="ellipse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4FD8"/>
                </a:solidFill>
                <a:latin typeface="Calibr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69096" y="41879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B3D"/>
                </a:solidFill>
                <a:latin typeface="Cambria"/>
              </a:rPr>
              <a:t>Modularity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4" y="464515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F4FD8"/>
                </a:solidFill>
                <a:latin typeface="Calibri"/>
              </a:rPr>
              <a:t>One job per module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26B7A"/>
                </a:solidFill>
                <a:latin typeface="Calibri"/>
              </a:rPr>
              <a:t>Validation, reading, extraction, reconciliation, scoring, persistence and routing are separate and separately testable.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One Docker image, no system packages, one service serving both frontend and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257800" cy="2286000"/>
          </a:xfrm>
          <a:prstGeom prst="roundRect">
            <a:avLst>
              <a:gd name="adj" fmla="val 3500"/>
            </a:avLst>
          </a:prstGeom>
          <a:solidFill>
            <a:srgbClr val="E8EEFC"/>
          </a:solidFill>
          <a:ln w="12700">
            <a:solidFill>
              <a:srgbClr val="1F4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617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 i="0">
                <a:solidFill>
                  <a:srgbClr val="1F4FD8"/>
                </a:solidFill>
                <a:latin typeface="Calibri"/>
              </a:rPr>
              <a:t>WHY THE IMAGE IS SIMPLE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•  Every dependency ships as a binary wheel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•  No apt-get layer, no poppler, no compiler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•  python:3.12-slim, runs as an unprivileged user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B2029"/>
                </a:solidFill>
                <a:latin typeface="Calibri"/>
              </a:rPr>
              <a:t>•  render.yaml provisions service + database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57800" cy="2286000"/>
          </a:xfrm>
          <a:prstGeom prst="roundRect">
            <a:avLst>
              <a:gd name="adj" fmla="val 3500"/>
            </a:avLst>
          </a:prstGeom>
          <a:solidFill>
            <a:srgbClr val="FFF6E2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011680"/>
            <a:ext cx="4617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100" b="1" i="0">
                <a:solidFill>
                  <a:srgbClr val="8A5A00"/>
                </a:solidFill>
                <a:latin typeface="Calibri"/>
              </a:rPr>
              <a:t>THE TRAP WORTH NAMING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B2029"/>
                </a:solidFill>
                <a:latin typeface="Calibri"/>
              </a:rPr>
              <a:t>Free-tier container disks are ephemeral.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26B7A"/>
                </a:solidFill>
                <a:latin typeface="Calibri"/>
              </a:rPr>
              <a:t>A deployed SQLite file is wiped on every redeploy and on cold start, so the dashboard would quietly empty itself part-way through an evaluation. The ORM layer is backend-agnostic; only DATABASE_URL changes, and the blueprint points it at managed PostgreSQL.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297680"/>
            <a:ext cx="107899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0149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626B7A"/>
                </a:solidFill>
                <a:latin typeface="Calibri"/>
              </a:rPr>
              <a:t>VERIFIED AFTER DEPLOY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/api/v1/health returns ok, database connected, extraction_configured true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Swagger UI loads; POST processes a real document; GET by name returns it; the list backs the dashboard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B2029"/>
                </a:solidFill>
                <a:latin typeface="Calibri"/>
              </a:rPr>
              <a:t>•  An unsupported file returns 400 with the documented error envelope and no stack trace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F1B3D"/>
                </a:solidFill>
                <a:latin typeface="Cambria"/>
              </a:rPr>
              <a:t>Limitations, and what production would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2009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26B7A"/>
                </a:solidFill>
                <a:latin typeface="Calibri"/>
              </a:rPr>
              <a:t>Stated plainly — knowing where the edges are is part of the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257800" cy="4023360"/>
          </a:xfrm>
          <a:prstGeom prst="roundRect">
            <a:avLst>
              <a:gd name="adj" fmla="val 3500"/>
            </a:avLst>
          </a:prstGeom>
          <a:solidFill>
            <a:srgbClr val="FFF6E2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46177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100" b="1" i="0">
                <a:solidFill>
                  <a:srgbClr val="8A5A00"/>
                </a:solidFill>
                <a:latin typeface="Calibri"/>
              </a:rPr>
              <a:t>KNOWN LIMITATIONS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Accuracy is bounded by the vision model. The reconciliations catch internally inconsistent extractions; they cannot catch a value that is wrong self-consistently.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The caption registry is English and oriented to the statement conventions in scope; an unusual caption leaves a check NOT_APPLICABLE rather than guessing.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Processing is synchronous — 15 to 40 seconds per rasterised page. Fine for this brief, not for real concurrency.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Confidence is an explainable heuristic, not calibrated against labelled ground truth.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No authentication; the evaluation flow needs an open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257800" cy="4023360"/>
          </a:xfrm>
          <a:prstGeom prst="roundRect">
            <a:avLst>
              <a:gd name="adj" fmla="val 3500"/>
            </a:avLst>
          </a:prstGeom>
          <a:solidFill>
            <a:srgbClr val="E7F6EC"/>
          </a:solidFill>
          <a:ln w="12700">
            <a:solidFill>
              <a:srgbClr val="176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057400"/>
            <a:ext cx="46177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100" b="1" i="0">
                <a:solidFill>
                  <a:srgbClr val="17693A"/>
                </a:solidFill>
                <a:latin typeface="Calibri"/>
              </a:rPr>
              <a:t>WHAT I WOULD CHANGE FOR PRODUCTION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Asynchronous processing: 202 plus a job id, a queue, and streamed progress.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Content-hash caching so an identical re-upload costs nothing.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Store the source document and link evidence to bounding boxes, so the UI highlights the exact region.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An accuracy eval harness in CI — labelled corpus, field-level precision and recall — so a prompt change cannot silently regress extraction.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Auth, per-tenant isolation, rate limiting and a model spend cap.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1B2029"/>
                </a:solidFill>
                <a:latin typeface="Calibri"/>
              </a:rPr>
              <a:t>•  Alembic migrations, OpenTelemetry traces, per-request cost accounting.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Thank you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9B4C6"/>
                </a:solidFill>
                <a:latin typeface="Calibri"/>
              </a:rPr>
              <a:t>Happy to walk through the code, the prompts, the validation logic or the deployment — and to change something live.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320040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the deployed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673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Backend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3767328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/api/v1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3425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Swagger / OpenAPI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4334256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01183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4901183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/api/v1/health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5468112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9B4C6"/>
                </a:solidFill>
                <a:latin typeface="Consolas"/>
              </a:rPr>
              <a:t>public GitHub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108960"/>
            <a:ext cx="3383280" cy="2743200"/>
          </a:xfrm>
          <a:prstGeom prst="roundRect">
            <a:avLst>
              <a:gd name="adj" fmla="val 3500"/>
            </a:avLst>
          </a:prstGeom>
          <a:solidFill>
            <a:srgbClr val="1B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383280"/>
            <a:ext cx="2743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Also in the repository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A9B4C6"/>
                </a:solidFill>
                <a:latin typeface="Calibri"/>
              </a:rPr>
              <a:t>README with setup, API reference, validation rules and tolerance
Architecture diagram
Deployment runbook
Sample JSON outputs from the real pipeline
126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